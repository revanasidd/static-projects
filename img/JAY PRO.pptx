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1"/>
  </p:sldMasterIdLst>
  <p:sldIdLst>
    <p:sldId id="266" r:id="rId2"/>
    <p:sldId id="267" r:id="rId3"/>
    <p:sldId id="268" r:id="rId4"/>
    <p:sldId id="257" r:id="rId5"/>
    <p:sldId id="258" r:id="rId6"/>
    <p:sldId id="269" r:id="rId7"/>
    <p:sldId id="260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9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4DE35D71-6228-45E4-BFF1-8E4CCFD31204}" type="datetimeFigureOut">
              <a:rPr lang="en-US" smtClean="0"/>
              <a:pPr/>
              <a:t>1/27/2018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BF05FDB-59E0-49A4-9E5E-EC11029C56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2648" y="1828800"/>
            <a:ext cx="8153400" cy="4267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>
                <a:latin typeface="Arial Rounded MT Bold" pitchFamily="34" charset="0"/>
              </a:rPr>
              <a:t>			</a:t>
            </a:r>
            <a:r>
              <a:rPr lang="en-US" sz="9600" b="1" dirty="0">
                <a:solidFill>
                  <a:schemeClr val="accent1">
                    <a:lumMod val="50000"/>
                  </a:schemeClr>
                </a:solidFill>
                <a:latin typeface="Arial Rounded MT Bold" pitchFamily="34" charset="0"/>
              </a:rPr>
              <a:t>Welcome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>
            <a:noAutofit/>
          </a:bodyPr>
          <a:lstStyle/>
          <a:p>
            <a:r>
              <a:rPr lang="en-US" sz="4400" dirty="0"/>
              <a:t>B.L.D.E Association’s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981200"/>
            <a:ext cx="8503920" cy="41178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dirty="0">
                <a:solidFill>
                  <a:srgbClr val="002060"/>
                </a:solidFill>
                <a:latin typeface="Arial Rounded MT Bold" pitchFamily="34" charset="0"/>
              </a:rPr>
              <a:t>  S.B.ARTS AND KCP SCIENCE    	     COLLEGE VIJAYPUR</a:t>
            </a:r>
          </a:p>
          <a:p>
            <a:pPr>
              <a:buNone/>
            </a:pPr>
            <a:r>
              <a:rPr lang="en-US" sz="4000" dirty="0">
                <a:solidFill>
                  <a:srgbClr val="002060"/>
                </a:solidFill>
              </a:rPr>
              <a:t>       Reaccredited at the 'A' Level</a:t>
            </a:r>
          </a:p>
          <a:p>
            <a:pPr>
              <a:buNone/>
            </a:pPr>
            <a:r>
              <a:rPr lang="en-US" sz="4000" dirty="0">
                <a:solidFill>
                  <a:srgbClr val="002060"/>
                </a:solidFill>
              </a:rPr>
              <a:t>        “Department of B.C.A”</a:t>
            </a:r>
          </a:p>
          <a:p>
            <a:pPr>
              <a:buNone/>
            </a:pPr>
            <a:endParaRPr lang="en-US" sz="4000" dirty="0">
              <a:solidFill>
                <a:srgbClr val="002060"/>
              </a:solidFill>
            </a:endParaRPr>
          </a:p>
          <a:p>
            <a:pPr>
              <a:buNone/>
            </a:pPr>
            <a:endParaRPr lang="en-US" sz="4000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477962"/>
          </a:xfrm>
        </p:spPr>
        <p:txBody>
          <a:bodyPr>
            <a:normAutofit/>
          </a:bodyPr>
          <a:lstStyle/>
          <a:p>
            <a:r>
              <a:rPr lang="en-US" sz="6000" dirty="0"/>
              <a:t>   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4600"/>
            <a:ext cx="7467600" cy="3352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>
                <a:solidFill>
                  <a:srgbClr val="002060"/>
                </a:solidFill>
                <a:latin typeface="Arial Rounded MT Bold" pitchFamily="34" charset="0"/>
              </a:rPr>
              <a:t>     Innovative Water Reforms </a:t>
            </a:r>
          </a:p>
          <a:p>
            <a:pPr>
              <a:buNone/>
            </a:pPr>
            <a:r>
              <a:rPr lang="en-US" sz="3600" dirty="0">
                <a:solidFill>
                  <a:srgbClr val="002060"/>
                </a:solidFill>
                <a:latin typeface="Arial Rounded MT Bold" pitchFamily="34" charset="0"/>
              </a:rPr>
              <a:t>                  In Vijaypur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Innovative Water Reforms In Vijaypur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503920" cy="5105400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		</a:t>
            </a:r>
            <a:r>
              <a:rPr lang="en-US" sz="2800" dirty="0">
                <a:solidFill>
                  <a:srgbClr val="002060"/>
                </a:solidFill>
              </a:rPr>
              <a:t>Guide: Prof  D.A. Mulimani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b="1" dirty="0"/>
              <a:t> 		Team Members</a:t>
            </a:r>
          </a:p>
          <a:p>
            <a:pPr>
              <a:buNone/>
            </a:pPr>
            <a:r>
              <a:rPr lang="en-US" sz="2800" b="1" dirty="0"/>
              <a:t>		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3200400"/>
          <a:ext cx="6781801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2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337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Sl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</a:rPr>
                        <a:t> no: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NAME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REG_NO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7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Jayadeep Bandi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itchFamily="34" charset="0"/>
                        </a:rPr>
                        <a:t>M1513811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7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 Revansidda</a:t>
                      </a:r>
                      <a:r>
                        <a:rPr lang="en-US" sz="1800" baseline="0" dirty="0"/>
                        <a:t> More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itchFamily="34" charset="0"/>
                        </a:rPr>
                        <a:t>M1513833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7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Sahebgouda</a:t>
                      </a:r>
                      <a:r>
                        <a:rPr lang="en-US" sz="1800" baseline="0" dirty="0"/>
                        <a:t> Biradar</a:t>
                      </a:r>
                      <a:endParaRPr lang="en-US" sz="1800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itchFamily="34" charset="0"/>
                        </a:rPr>
                        <a:t>M1513837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4000" b="1" dirty="0">
                <a:solidFill>
                  <a:srgbClr val="002060"/>
                </a:solidFill>
              </a:rPr>
              <a:t>INTRODUCTION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Water is the main source of human life.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As our ancestors said there are more than 30 water boudies  in our city.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To provide water facility to more than 10 lakh people, Adil Shahi Kings built water boudies in 16</a:t>
            </a:r>
            <a:r>
              <a:rPr lang="en-US" sz="2800" b="1" baseline="30000" dirty="0">
                <a:solidFill>
                  <a:srgbClr val="002060"/>
                </a:solidFill>
              </a:rPr>
              <a:t>th</a:t>
            </a:r>
            <a:r>
              <a:rPr lang="en-US" sz="2800" b="1" dirty="0">
                <a:solidFill>
                  <a:srgbClr val="002060"/>
                </a:solidFill>
              </a:rPr>
              <a:t> Century like Taj Boudi, Chanda Boudi, Barad Boudi and many other boudies and lake Begum Talaab.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Since from many years they all were unused &amp; unhealthy.</a:t>
            </a:r>
          </a:p>
          <a:p>
            <a:endParaRPr lang="en-US" sz="28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en-US" sz="2800" b="1" dirty="0">
              <a:solidFill>
                <a:srgbClr val="002060"/>
              </a:solidFill>
            </a:endParaRPr>
          </a:p>
          <a:p>
            <a:pPr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None/>
            </a:pPr>
            <a:endParaRPr lang="en-US" sz="4000" b="1" dirty="0">
              <a:solidFill>
                <a:schemeClr val="accent1"/>
              </a:solidFill>
            </a:endParaRPr>
          </a:p>
          <a:p>
            <a:pPr>
              <a:buNone/>
            </a:pPr>
            <a:endParaRPr lang="en-US" sz="4000" b="1" dirty="0">
              <a:solidFill>
                <a:schemeClr val="accent1"/>
              </a:solidFill>
            </a:endParaRPr>
          </a:p>
          <a:p>
            <a:pPr>
              <a:buNone/>
            </a:pPr>
            <a:endParaRPr lang="en-US" sz="4000" b="1" dirty="0">
              <a:solidFill>
                <a:schemeClr val="accent1"/>
              </a:solidFill>
            </a:endParaRPr>
          </a:p>
          <a:p>
            <a:pPr>
              <a:buNone/>
            </a:pPr>
            <a:endParaRPr lang="en-US" sz="4000" b="1" u="sng" dirty="0">
              <a:solidFill>
                <a:schemeClr val="accent1"/>
              </a:solidFill>
            </a:endParaRP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4000" b="1" u="sng" dirty="0">
              <a:solidFill>
                <a:schemeClr val="accent1"/>
              </a:solidFill>
            </a:endParaRPr>
          </a:p>
          <a:p>
            <a:pPr>
              <a:buNone/>
            </a:pPr>
            <a:endParaRPr lang="en-US" sz="4000" b="1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</a:rPr>
              <a:t>As we all know that we are facing drinking water problem because of drought since from many decades.</a:t>
            </a:r>
          </a:p>
          <a:p>
            <a:r>
              <a:rPr lang="en-US" sz="2800" dirty="0">
                <a:solidFill>
                  <a:srgbClr val="002060"/>
                </a:solidFill>
              </a:rPr>
              <a:t>Before 2 years Govt of Karnataka started krishi tank filling and they rejuvenated neglected water sources.</a:t>
            </a:r>
          </a:p>
          <a:p>
            <a:r>
              <a:rPr lang="en-US" sz="2800" dirty="0">
                <a:solidFill>
                  <a:srgbClr val="002060"/>
                </a:solidFill>
              </a:rPr>
              <a:t>Historic boudies gained lost glory</a:t>
            </a:r>
            <a:r>
              <a:rPr lang="en-US" sz="2800" dirty="0"/>
              <a:t>.</a:t>
            </a:r>
          </a:p>
          <a:p>
            <a:pPr algn="r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1"/>
                </a:solidFill>
              </a:rPr>
              <a:t>What will be the project ?</a:t>
            </a:r>
          </a:p>
          <a:p>
            <a:r>
              <a:rPr lang="en-US" sz="3200" dirty="0">
                <a:solidFill>
                  <a:srgbClr val="002060"/>
                </a:solidFill>
              </a:rPr>
              <a:t>Our main theme is to build website on various water reforms of Adil Shahi Kingdom.</a:t>
            </a:r>
          </a:p>
          <a:p>
            <a:r>
              <a:rPr lang="en-US" sz="3200" dirty="0">
                <a:solidFill>
                  <a:srgbClr val="002060"/>
                </a:solidFill>
              </a:rPr>
              <a:t>People will come to know the resources of water in Vijaypur.</a:t>
            </a:r>
            <a:endParaRPr lang="en-US" sz="3200" dirty="0"/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pPr algn="ctr">
              <a:buNone/>
            </a:pPr>
            <a:r>
              <a:rPr lang="en-US" b="1" u="sng" dirty="0">
                <a:solidFill>
                  <a:srgbClr val="0070C0"/>
                </a:solidFill>
              </a:rPr>
              <a:t> Hardware and Software Requirements</a:t>
            </a:r>
          </a:p>
          <a:p>
            <a:pPr>
              <a:buNone/>
            </a:pPr>
            <a:r>
              <a:rPr lang="en-US" sz="2400" b="1" u="sng" dirty="0"/>
              <a:t> </a:t>
            </a:r>
          </a:p>
          <a:p>
            <a:pPr>
              <a:buNone/>
            </a:pPr>
            <a:r>
              <a:rPr lang="en-US" sz="2400" b="1" u="sng" dirty="0"/>
              <a:t>Hardware requirements:</a:t>
            </a:r>
          </a:p>
          <a:p>
            <a:r>
              <a:rPr lang="en-US" sz="2400" dirty="0"/>
              <a:t>   RAM: Minimum 4 GB</a:t>
            </a:r>
          </a:p>
          <a:p>
            <a:r>
              <a:rPr lang="en-US" sz="2400" dirty="0"/>
              <a:t>   Hard Disc: Minimum 100 GB or more.</a:t>
            </a:r>
          </a:p>
          <a:p>
            <a:r>
              <a:rPr lang="en-US" sz="2400" dirty="0"/>
              <a:t>   Operating System: Windows 7/10.</a:t>
            </a:r>
          </a:p>
          <a:p>
            <a:pPr>
              <a:buNone/>
            </a:pPr>
            <a:r>
              <a:rPr lang="en-US" sz="2400" dirty="0"/>
              <a:t>   </a:t>
            </a:r>
          </a:p>
          <a:p>
            <a:pPr>
              <a:buNone/>
            </a:pPr>
            <a:r>
              <a:rPr lang="en-US" sz="2400" b="1" u="sng" dirty="0"/>
              <a:t>Software Requirements:</a:t>
            </a:r>
          </a:p>
          <a:p>
            <a:r>
              <a:rPr lang="en-US" sz="2400" dirty="0"/>
              <a:t>  Front End: ASP.NET</a:t>
            </a:r>
          </a:p>
          <a:p>
            <a:r>
              <a:rPr lang="en-US" sz="2400" dirty="0"/>
              <a:t>  Back End: Visual Basic 2010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348</TotalTime>
  <Words>241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Trek</vt:lpstr>
      <vt:lpstr>PowerPoint Presentation</vt:lpstr>
      <vt:lpstr>B.L.D.E Association’s</vt:lpstr>
      <vt:lpstr>   Project title</vt:lpstr>
      <vt:lpstr>     Innovative Water Reforms In Vijaypur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WEBSITE ON CRIMINAL REPORT MANAGEMENT</dc:title>
  <dc:creator>LENOVO</dc:creator>
  <cp:lastModifiedBy>VICKY</cp:lastModifiedBy>
  <cp:revision>75</cp:revision>
  <dcterms:created xsi:type="dcterms:W3CDTF">2018-01-26T07:19:56Z</dcterms:created>
  <dcterms:modified xsi:type="dcterms:W3CDTF">2018-01-27T11:41:19Z</dcterms:modified>
</cp:coreProperties>
</file>